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4"/>
  </p:sldMasterIdLst>
  <p:notesMasterIdLst>
    <p:notesMasterId r:id="rId8"/>
  </p:notesMasterIdLst>
  <p:handoutMasterIdLst>
    <p:handoutMasterId r:id="rId9"/>
  </p:handoutMasterIdLst>
  <p:sldIdLst>
    <p:sldId id="285" r:id="rId5"/>
    <p:sldId id="287" r:id="rId6"/>
    <p:sldId id="286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77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E59F2CB1-3F9A-4DD9-BE45-C5A46867F5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42EF13A-31CA-4485-9A2F-572F19153A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D4724-1C12-470C-93E6-6A1F8B4AA01B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624708F-3886-408B-9750-1249D4EC83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EE738F9-1CC3-4DE7-AA5A-E0732CECAE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F27C0-79A2-479D-8A18-62AD3E23CC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97509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D1FB06-D0F8-42EA-B0A3-B32C43B5435F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AFAE53-CEDB-48AC-B6A0-1043B06B78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7511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１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">
            <a:extLst>
              <a:ext uri="{FF2B5EF4-FFF2-40B4-BE49-F238E27FC236}">
                <a16:creationId xmlns:a16="http://schemas.microsoft.com/office/drawing/2014/main" id="{25556DF9-7E40-8844-95EB-BF36CDB0B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5560" y="2466108"/>
            <a:ext cx="6436895" cy="1721786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4" name="字幕 2">
            <a:extLst>
              <a:ext uri="{FF2B5EF4-FFF2-40B4-BE49-F238E27FC236}">
                <a16:creationId xmlns:a16="http://schemas.microsoft.com/office/drawing/2014/main" id="{8EC62AEF-98A0-2B43-9DB4-16F8C7FA3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6446" y="4320776"/>
            <a:ext cx="6436895" cy="493986"/>
          </a:xfrm>
        </p:spPr>
        <p:txBody>
          <a:bodyPr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26" name="テキスト プレースホルダー 3">
            <a:extLst>
              <a:ext uri="{FF2B5EF4-FFF2-40B4-BE49-F238E27FC236}">
                <a16:creationId xmlns:a16="http://schemas.microsoft.com/office/drawing/2014/main" id="{C937166E-CB6F-2841-8013-7B7049FC2296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5227466" y="5456421"/>
            <a:ext cx="6217788" cy="352353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苗字 名前（または部署名）</a:t>
            </a:r>
          </a:p>
        </p:txBody>
      </p:sp>
      <p:sp>
        <p:nvSpPr>
          <p:cNvPr id="27" name="テキスト プレースホルダー 3">
            <a:extLst>
              <a:ext uri="{FF2B5EF4-FFF2-40B4-BE49-F238E27FC236}">
                <a16:creationId xmlns:a16="http://schemas.microsoft.com/office/drawing/2014/main" id="{2C028B2B-4A62-FE4B-A6F8-B9A80588F271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5227463" y="5818158"/>
            <a:ext cx="6216393" cy="352353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苗字 名前（または部署名）</a:t>
            </a:r>
          </a:p>
        </p:txBody>
      </p:sp>
      <p:sp>
        <p:nvSpPr>
          <p:cNvPr id="28" name="テキスト プレースホルダー 3">
            <a:extLst>
              <a:ext uri="{FF2B5EF4-FFF2-40B4-BE49-F238E27FC236}">
                <a16:creationId xmlns:a16="http://schemas.microsoft.com/office/drawing/2014/main" id="{E4932693-1738-264B-A509-C4D4B3F74DB7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5227463" y="6186991"/>
            <a:ext cx="6216393" cy="352353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法人名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841E08E7-6294-400E-BB01-5F1F52BA6F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7505" y="2693900"/>
            <a:ext cx="3404665" cy="786279"/>
          </a:xfrm>
          <a:prstGeom prst="rect">
            <a:avLst/>
          </a:prstGeom>
        </p:spPr>
      </p:pic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F64608AF-BAAB-4238-B2F9-AAA29ED332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9755" y="6515345"/>
            <a:ext cx="1157355" cy="25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509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白紙_下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A334215-F6AD-45C3-A8A7-B74856743F0B}"/>
              </a:ext>
            </a:extLst>
          </p:cNvPr>
          <p:cNvSpPr/>
          <p:nvPr userDrawn="1"/>
        </p:nvSpPr>
        <p:spPr>
          <a:xfrm>
            <a:off x="0" y="6426926"/>
            <a:ext cx="12192000" cy="431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6">
            <a:extLst>
              <a:ext uri="{FF2B5EF4-FFF2-40B4-BE49-F238E27FC236}">
                <a16:creationId xmlns:a16="http://schemas.microsoft.com/office/drawing/2014/main" id="{02C43615-8C66-458A-93A8-1944E1FCE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27762" y="53508"/>
            <a:ext cx="1164238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C8F67FE-2B9A-CC4E-A2F4-02E44906EFC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C53A2337-2896-46DB-9FE1-D939397998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00" y="6538169"/>
            <a:ext cx="903208" cy="208588"/>
          </a:xfrm>
          <a:prstGeom prst="rect">
            <a:avLst/>
          </a:prstGeom>
        </p:spPr>
      </p:pic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E9623AFE-832F-4FD2-A636-CD6EA02918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658" y="6515345"/>
            <a:ext cx="1157355" cy="25643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03F0C5F-5E61-4C68-8718-F583D1980202}"/>
              </a:ext>
            </a:extLst>
          </p:cNvPr>
          <p:cNvSpPr/>
          <p:nvPr userDrawn="1"/>
        </p:nvSpPr>
        <p:spPr>
          <a:xfrm>
            <a:off x="268224" y="459680"/>
            <a:ext cx="11667744" cy="593750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C0A0400-F7CD-41A8-A894-6796E93DBFD2}"/>
              </a:ext>
            </a:extLst>
          </p:cNvPr>
          <p:cNvCxnSpPr/>
          <p:nvPr userDrawn="1"/>
        </p:nvCxnSpPr>
        <p:spPr>
          <a:xfrm>
            <a:off x="268224" y="1642304"/>
            <a:ext cx="1166774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31D9B40-7291-42C6-ABFE-8D4C49156C9A}"/>
              </a:ext>
            </a:extLst>
          </p:cNvPr>
          <p:cNvCxnSpPr/>
          <p:nvPr userDrawn="1"/>
        </p:nvCxnSpPr>
        <p:spPr>
          <a:xfrm>
            <a:off x="8500852" y="459680"/>
            <a:ext cx="0" cy="119481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A81B71F-E05A-4F45-833D-68A6AB993E85}"/>
              </a:ext>
            </a:extLst>
          </p:cNvPr>
          <p:cNvSpPr txBox="1"/>
          <p:nvPr userDrawn="1"/>
        </p:nvSpPr>
        <p:spPr>
          <a:xfrm>
            <a:off x="8578310" y="554168"/>
            <a:ext cx="121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000" dirty="0">
                <a:solidFill>
                  <a:srgbClr val="000000"/>
                </a:solidFill>
                <a:latin typeface="+mn-ea"/>
                <a:cs typeface="Meiryo UI" panose="020B0604030504040204" pitchFamily="50" charset="-128"/>
              </a:rPr>
              <a:t>＜予算＞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98FC41F-1201-45C9-93AD-5A380888020F}"/>
              </a:ext>
            </a:extLst>
          </p:cNvPr>
          <p:cNvSpPr txBox="1"/>
          <p:nvPr userDrawn="1"/>
        </p:nvSpPr>
        <p:spPr>
          <a:xfrm>
            <a:off x="110518" y="109160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2000" dirty="0">
                <a:solidFill>
                  <a:srgbClr val="000000"/>
                </a:solidFill>
                <a:latin typeface="+mn-ea"/>
                <a:ea typeface="+mn-ea"/>
              </a:rPr>
              <a:t>＜決裁議案＞</a:t>
            </a:r>
            <a:endParaRPr lang="ja-JP" altLang="en-US" sz="2000" dirty="0">
              <a:solidFill>
                <a:srgbClr val="000000"/>
              </a:solidFill>
              <a:latin typeface="+mn-ea"/>
              <a:cs typeface="Meiryo UI" panose="020B0604030504040204" pitchFamily="50" charset="-128"/>
            </a:endParaRP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1C865FC1-4D6E-4E58-B748-1E065CD6A66C}"/>
              </a:ext>
            </a:extLst>
          </p:cNvPr>
          <p:cNvCxnSpPr/>
          <p:nvPr userDrawn="1"/>
        </p:nvCxnSpPr>
        <p:spPr>
          <a:xfrm>
            <a:off x="268224" y="5434088"/>
            <a:ext cx="1166774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326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アジェンダリスト_下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">
            <a:extLst>
              <a:ext uri="{FF2B5EF4-FFF2-40B4-BE49-F238E27FC236}">
                <a16:creationId xmlns:a16="http://schemas.microsoft.com/office/drawing/2014/main" id="{25556DF9-7E40-8844-95EB-BF36CDB0B8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3490" y="882868"/>
            <a:ext cx="9144000" cy="746235"/>
          </a:xfrm>
        </p:spPr>
        <p:txBody>
          <a:bodyPr anchor="ctr">
            <a:normAutofit/>
          </a:bodyPr>
          <a:lstStyle>
            <a:lvl1pPr algn="l">
              <a:defRPr sz="3200"/>
            </a:lvl1pPr>
          </a:lstStyle>
          <a:p>
            <a:r>
              <a:rPr kumimoji="1" lang="ja-JP" altLang="en-US"/>
              <a:t>アジェンダリスト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6AE18E-F1B2-784A-BE16-B49C579D5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13490" y="1828799"/>
            <a:ext cx="9191022" cy="414107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4A67DCE-8823-46DC-8CE1-876FCC9F238D}"/>
              </a:ext>
            </a:extLst>
          </p:cNvPr>
          <p:cNvSpPr/>
          <p:nvPr userDrawn="1"/>
        </p:nvSpPr>
        <p:spPr>
          <a:xfrm>
            <a:off x="0" y="6426926"/>
            <a:ext cx="12192000" cy="431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スライド番号プレースホルダー 6">
            <a:extLst>
              <a:ext uri="{FF2B5EF4-FFF2-40B4-BE49-F238E27FC236}">
                <a16:creationId xmlns:a16="http://schemas.microsoft.com/office/drawing/2014/main" id="{01BC0E29-45C0-45DF-947A-93757C054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2658" y="6037070"/>
            <a:ext cx="1164238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C8F67FE-2B9A-CC4E-A2F4-02E44906EFC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BECEC9A8-C618-4D8B-B16B-5EA2483309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00" y="6538169"/>
            <a:ext cx="903208" cy="208588"/>
          </a:xfrm>
          <a:prstGeom prst="rect">
            <a:avLst/>
          </a:prstGeom>
        </p:spPr>
      </p:pic>
      <p:pic>
        <p:nvPicPr>
          <p:cNvPr id="17" name="グラフィックス 16">
            <a:extLst>
              <a:ext uri="{FF2B5EF4-FFF2-40B4-BE49-F238E27FC236}">
                <a16:creationId xmlns:a16="http://schemas.microsoft.com/office/drawing/2014/main" id="{2915DC0B-0301-4F66-9DAF-C2DB9749E3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658" y="6515345"/>
            <a:ext cx="1157355" cy="25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89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_下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2C1C06-DD07-3648-BF43-A9BC054AF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21" y="315311"/>
            <a:ext cx="11529848" cy="107205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4DB1513A-42A6-BC44-971F-51515643394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1585" y="1581807"/>
            <a:ext cx="11503574" cy="4589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65AAAAF-BCAA-4ED8-9D07-7BD2CB1697C0}"/>
              </a:ext>
            </a:extLst>
          </p:cNvPr>
          <p:cNvSpPr/>
          <p:nvPr userDrawn="1"/>
        </p:nvSpPr>
        <p:spPr>
          <a:xfrm>
            <a:off x="0" y="6426926"/>
            <a:ext cx="12192000" cy="431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スライド番号プレースホルダー 6">
            <a:extLst>
              <a:ext uri="{FF2B5EF4-FFF2-40B4-BE49-F238E27FC236}">
                <a16:creationId xmlns:a16="http://schemas.microsoft.com/office/drawing/2014/main" id="{9FD0C4D8-6177-4373-A6D4-34FF8866E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2658" y="6037070"/>
            <a:ext cx="1164238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C8F67FE-2B9A-CC4E-A2F4-02E44906EFC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E93BA116-2055-4ED3-B36A-F7DE6BAE1D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00" y="6538169"/>
            <a:ext cx="903208" cy="208588"/>
          </a:xfrm>
          <a:prstGeom prst="rect">
            <a:avLst/>
          </a:prstGeom>
        </p:spPr>
      </p:pic>
      <p:pic>
        <p:nvPicPr>
          <p:cNvPr id="17" name="グラフィックス 16">
            <a:extLst>
              <a:ext uri="{FF2B5EF4-FFF2-40B4-BE49-F238E27FC236}">
                <a16:creationId xmlns:a16="http://schemas.microsoft.com/office/drawing/2014/main" id="{600FFD2A-28A6-4525-97B0-D9774B055E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658" y="6515345"/>
            <a:ext cx="1157355" cy="25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41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２つのコンテンツ_下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9407F4-3C5B-E341-99D0-F9C1C1C4A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21" y="315311"/>
            <a:ext cx="11529848" cy="107205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3EDEA8-3C1E-D94E-89E8-7D38079BBE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4214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2FF9B1-F95C-0142-9E4F-251C260AC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5869" y="1825625"/>
            <a:ext cx="600929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23FC597-7500-4006-96F3-BC81485D34AA}"/>
              </a:ext>
            </a:extLst>
          </p:cNvPr>
          <p:cNvSpPr/>
          <p:nvPr userDrawn="1"/>
        </p:nvSpPr>
        <p:spPr>
          <a:xfrm>
            <a:off x="0" y="6426926"/>
            <a:ext cx="12192000" cy="431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スライド番号プレースホルダー 6">
            <a:extLst>
              <a:ext uri="{FF2B5EF4-FFF2-40B4-BE49-F238E27FC236}">
                <a16:creationId xmlns:a16="http://schemas.microsoft.com/office/drawing/2014/main" id="{B3101437-C5C9-464D-B7E2-85ED5B9B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2658" y="6037070"/>
            <a:ext cx="1164238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C8F67FE-2B9A-CC4E-A2F4-02E44906EFC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499E2FB2-EC1C-4C73-B9EB-FD4DE39683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00" y="6538169"/>
            <a:ext cx="903208" cy="208588"/>
          </a:xfrm>
          <a:prstGeom prst="rect">
            <a:avLst/>
          </a:prstGeom>
        </p:spPr>
      </p:pic>
      <p:pic>
        <p:nvPicPr>
          <p:cNvPr id="18" name="グラフィックス 17">
            <a:extLst>
              <a:ext uri="{FF2B5EF4-FFF2-40B4-BE49-F238E27FC236}">
                <a16:creationId xmlns:a16="http://schemas.microsoft.com/office/drawing/2014/main" id="{19965F7B-2619-4446-8CBA-1E4614D957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658" y="6515345"/>
            <a:ext cx="1157355" cy="25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24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_下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07D025-3DB1-9B45-9E78-328D4B520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21" y="315311"/>
            <a:ext cx="11529848" cy="107205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7960D6C-39E0-4967-864B-8EA36A59A8DC}"/>
              </a:ext>
            </a:extLst>
          </p:cNvPr>
          <p:cNvSpPr/>
          <p:nvPr userDrawn="1"/>
        </p:nvSpPr>
        <p:spPr>
          <a:xfrm>
            <a:off x="0" y="6426926"/>
            <a:ext cx="12192000" cy="431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スライド番号プレースホルダー 6">
            <a:extLst>
              <a:ext uri="{FF2B5EF4-FFF2-40B4-BE49-F238E27FC236}">
                <a16:creationId xmlns:a16="http://schemas.microsoft.com/office/drawing/2014/main" id="{3EE6972F-6C4D-48F9-95B8-D5C98173D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2658" y="6037070"/>
            <a:ext cx="1164238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C8F67FE-2B9A-CC4E-A2F4-02E44906EFC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17ABB3FC-89E8-4B34-B90B-78CB875BEE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00" y="6538169"/>
            <a:ext cx="903208" cy="208588"/>
          </a:xfrm>
          <a:prstGeom prst="rect">
            <a:avLst/>
          </a:prstGeom>
        </p:spPr>
      </p:pic>
      <p:pic>
        <p:nvPicPr>
          <p:cNvPr id="14" name="グラフィックス 13">
            <a:extLst>
              <a:ext uri="{FF2B5EF4-FFF2-40B4-BE49-F238E27FC236}">
                <a16:creationId xmlns:a16="http://schemas.microsoft.com/office/drawing/2014/main" id="{17E2C997-04FC-4CF3-848F-37BB3B54B1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658" y="6515345"/>
            <a:ext cx="1157355" cy="25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5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２_下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07D025-3DB1-9B45-9E78-328D4B520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21" y="2833664"/>
            <a:ext cx="11529848" cy="1072055"/>
          </a:xfrm>
        </p:spPr>
        <p:txBody>
          <a:bodyPr/>
          <a:lstStyle>
            <a:lvl1pPr algn="ctr"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04E880F-7739-464C-B643-998E0A9D6155}"/>
              </a:ext>
            </a:extLst>
          </p:cNvPr>
          <p:cNvSpPr/>
          <p:nvPr userDrawn="1"/>
        </p:nvSpPr>
        <p:spPr>
          <a:xfrm>
            <a:off x="0" y="6426926"/>
            <a:ext cx="12192000" cy="431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スライド番号プレースホルダー 6">
            <a:extLst>
              <a:ext uri="{FF2B5EF4-FFF2-40B4-BE49-F238E27FC236}">
                <a16:creationId xmlns:a16="http://schemas.microsoft.com/office/drawing/2014/main" id="{B52BF70E-3086-4D05-9916-F13E1573F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2658" y="6037070"/>
            <a:ext cx="1164238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C8F67FE-2B9A-CC4E-A2F4-02E44906EFC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BB0BE301-46FF-4D74-A4D7-64CEA95DD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00" y="6538169"/>
            <a:ext cx="903208" cy="208588"/>
          </a:xfrm>
          <a:prstGeom prst="rect">
            <a:avLst/>
          </a:prstGeom>
        </p:spPr>
      </p:pic>
      <p:pic>
        <p:nvPicPr>
          <p:cNvPr id="16" name="グラフィックス 15">
            <a:extLst>
              <a:ext uri="{FF2B5EF4-FFF2-40B4-BE49-F238E27FC236}">
                <a16:creationId xmlns:a16="http://schemas.microsoft.com/office/drawing/2014/main" id="{9601B88F-5E41-4691-8AB3-96267213BD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658" y="6515345"/>
            <a:ext cx="1157355" cy="25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576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_下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D915DB0-AA4A-F640-B0AC-7AFE97E99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5802" y="998483"/>
            <a:ext cx="3795273" cy="508700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000"/>
            </a:lvl1pPr>
            <a:lvl2pPr marL="457200" indent="0">
              <a:lnSpc>
                <a:spcPct val="100000"/>
              </a:lnSpc>
              <a:buNone/>
              <a:defRPr sz="18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2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816C909-C0FF-F24E-8D2F-73A956178C4D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439816" y="998483"/>
            <a:ext cx="7405343" cy="50870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  <a:lvl2pPr marL="457200" indent="0">
              <a:lnSpc>
                <a:spcPct val="100000"/>
              </a:lnSpc>
              <a:buNone/>
              <a:defRPr sz="18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2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テキスト プレースホルダー 3">
            <a:extLst>
              <a:ext uri="{FF2B5EF4-FFF2-40B4-BE49-F238E27FC236}">
                <a16:creationId xmlns:a16="http://schemas.microsoft.com/office/drawing/2014/main" id="{5F23C526-34FD-D242-9BBF-E27AEEDB1DB8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282739" y="258645"/>
            <a:ext cx="11572930" cy="46657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BB7ADBF-4FB3-4567-8DAF-DE6DBCAFC9EC}"/>
              </a:ext>
            </a:extLst>
          </p:cNvPr>
          <p:cNvSpPr/>
          <p:nvPr userDrawn="1"/>
        </p:nvSpPr>
        <p:spPr>
          <a:xfrm>
            <a:off x="0" y="6426926"/>
            <a:ext cx="12192000" cy="431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スライド番号プレースホルダー 6">
            <a:extLst>
              <a:ext uri="{FF2B5EF4-FFF2-40B4-BE49-F238E27FC236}">
                <a16:creationId xmlns:a16="http://schemas.microsoft.com/office/drawing/2014/main" id="{136E1103-20C6-4786-9018-8F126159D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2658" y="6037070"/>
            <a:ext cx="1164238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C8F67FE-2B9A-CC4E-A2F4-02E44906EFC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80AF3E0B-F35B-4E57-9CE9-33138D2AE4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00" y="6538169"/>
            <a:ext cx="903208" cy="208588"/>
          </a:xfrm>
          <a:prstGeom prst="rect">
            <a:avLst/>
          </a:prstGeom>
        </p:spPr>
      </p:pic>
      <p:pic>
        <p:nvPicPr>
          <p:cNvPr id="17" name="グラフィックス 16">
            <a:extLst>
              <a:ext uri="{FF2B5EF4-FFF2-40B4-BE49-F238E27FC236}">
                <a16:creationId xmlns:a16="http://schemas.microsoft.com/office/drawing/2014/main" id="{E3F7BFFA-B4C4-4C10-B4DB-FDD01F840D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658" y="6515345"/>
            <a:ext cx="1157355" cy="25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520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２_下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E44E86E-9867-9949-9AE6-9F8F1DBDA83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445876" y="1008993"/>
            <a:ext cx="7746124" cy="51080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画像</a:t>
            </a:r>
          </a:p>
        </p:txBody>
      </p:sp>
      <p:sp>
        <p:nvSpPr>
          <p:cNvPr id="14" name="テキスト プレースホルダー 3">
            <a:extLst>
              <a:ext uri="{FF2B5EF4-FFF2-40B4-BE49-F238E27FC236}">
                <a16:creationId xmlns:a16="http://schemas.microsoft.com/office/drawing/2014/main" id="{7D05870D-79A2-C64F-BEF4-5FD8EC1BF690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282739" y="258645"/>
            <a:ext cx="11572930" cy="46657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15" name="テキスト プレースホルダー 3">
            <a:extLst>
              <a:ext uri="{FF2B5EF4-FFF2-40B4-BE49-F238E27FC236}">
                <a16:creationId xmlns:a16="http://schemas.microsoft.com/office/drawing/2014/main" id="{6971AE13-B4FE-1347-BA5D-346098CF7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5802" y="998483"/>
            <a:ext cx="3795273" cy="508700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000"/>
            </a:lvl1pPr>
            <a:lvl2pPr marL="457200" indent="0">
              <a:lnSpc>
                <a:spcPct val="100000"/>
              </a:lnSpc>
              <a:buNone/>
              <a:defRPr sz="18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2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5348E7F-5918-4BB0-9D7A-625B26168A32}"/>
              </a:ext>
            </a:extLst>
          </p:cNvPr>
          <p:cNvSpPr/>
          <p:nvPr userDrawn="1"/>
        </p:nvSpPr>
        <p:spPr>
          <a:xfrm>
            <a:off x="0" y="6426926"/>
            <a:ext cx="12192000" cy="431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スライド番号プレースホルダー 6">
            <a:extLst>
              <a:ext uri="{FF2B5EF4-FFF2-40B4-BE49-F238E27FC236}">
                <a16:creationId xmlns:a16="http://schemas.microsoft.com/office/drawing/2014/main" id="{33AFD98F-EABC-40AE-9837-F47E112BB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2658" y="6037070"/>
            <a:ext cx="1164238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C8F67FE-2B9A-CC4E-A2F4-02E44906EFC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85A17425-5186-4D66-B0DA-268EAB3F03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00" y="6538169"/>
            <a:ext cx="903208" cy="208588"/>
          </a:xfrm>
          <a:prstGeom prst="rect">
            <a:avLst/>
          </a:prstGeom>
        </p:spPr>
      </p:pic>
      <p:pic>
        <p:nvPicPr>
          <p:cNvPr id="20" name="グラフィックス 19">
            <a:extLst>
              <a:ext uri="{FF2B5EF4-FFF2-40B4-BE49-F238E27FC236}">
                <a16:creationId xmlns:a16="http://schemas.microsoft.com/office/drawing/2014/main" id="{3F06B64D-0D75-43AF-BC43-BA72ECB67F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658" y="6515345"/>
            <a:ext cx="1157355" cy="25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529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３_下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図プレースホルダー 2">
            <a:extLst>
              <a:ext uri="{FF2B5EF4-FFF2-40B4-BE49-F238E27FC236}">
                <a16:creationId xmlns:a16="http://schemas.microsoft.com/office/drawing/2014/main" id="{0AB56CFB-B6E8-C346-99AB-A5373EAE923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283780" y="1008993"/>
            <a:ext cx="5507420" cy="51080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画像</a:t>
            </a:r>
          </a:p>
        </p:txBody>
      </p:sp>
      <p:sp>
        <p:nvSpPr>
          <p:cNvPr id="15" name="テキスト プレースホルダー 3">
            <a:extLst>
              <a:ext uri="{FF2B5EF4-FFF2-40B4-BE49-F238E27FC236}">
                <a16:creationId xmlns:a16="http://schemas.microsoft.com/office/drawing/2014/main" id="{E0A7B939-AC1C-8E45-9002-A4316C1BF4E7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282739" y="258645"/>
            <a:ext cx="11572930" cy="46657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16" name="テキスト プレースホルダー 3">
            <a:extLst>
              <a:ext uri="{FF2B5EF4-FFF2-40B4-BE49-F238E27FC236}">
                <a16:creationId xmlns:a16="http://schemas.microsoft.com/office/drawing/2014/main" id="{C1C5C69D-4C13-2140-B8D0-E80CC2210BBA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938345" y="998483"/>
            <a:ext cx="5917323" cy="508700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/>
            </a:lvl1pPr>
            <a:lvl2pPr marL="457200" indent="0">
              <a:lnSpc>
                <a:spcPct val="100000"/>
              </a:lnSpc>
              <a:buNone/>
              <a:defRPr sz="2000"/>
            </a:lvl2pPr>
            <a:lvl3pPr marL="914400" indent="0">
              <a:lnSpc>
                <a:spcPct val="100000"/>
              </a:lnSpc>
              <a:buNone/>
              <a:defRPr sz="18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4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9F6DE3E-9D30-4985-BCE5-ECE5B9935F3C}"/>
              </a:ext>
            </a:extLst>
          </p:cNvPr>
          <p:cNvSpPr/>
          <p:nvPr userDrawn="1"/>
        </p:nvSpPr>
        <p:spPr>
          <a:xfrm>
            <a:off x="0" y="6426926"/>
            <a:ext cx="12192000" cy="431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スライド番号プレースホルダー 6">
            <a:extLst>
              <a:ext uri="{FF2B5EF4-FFF2-40B4-BE49-F238E27FC236}">
                <a16:creationId xmlns:a16="http://schemas.microsoft.com/office/drawing/2014/main" id="{717B05D1-4948-4703-9F2D-CE982F9B1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2658" y="6037070"/>
            <a:ext cx="1164238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C8F67FE-2B9A-CC4E-A2F4-02E44906EFC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43060B50-E087-4408-B7C3-88229AA821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00" y="6538169"/>
            <a:ext cx="903208" cy="208588"/>
          </a:xfrm>
          <a:prstGeom prst="rect">
            <a:avLst/>
          </a:prstGeom>
        </p:spPr>
      </p:pic>
      <p:pic>
        <p:nvPicPr>
          <p:cNvPr id="18" name="グラフィックス 17">
            <a:extLst>
              <a:ext uri="{FF2B5EF4-FFF2-40B4-BE49-F238E27FC236}">
                <a16:creationId xmlns:a16="http://schemas.microsoft.com/office/drawing/2014/main" id="{4A4C5953-2A29-4FE5-A3EA-0EB19C967E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658" y="6515345"/>
            <a:ext cx="1157355" cy="25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277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４_下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テキスト プレースホルダー 3">
            <a:extLst>
              <a:ext uri="{FF2B5EF4-FFF2-40B4-BE49-F238E27FC236}">
                <a16:creationId xmlns:a16="http://schemas.microsoft.com/office/drawing/2014/main" id="{E0A7B939-AC1C-8E45-9002-A4316C1BF4E7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282739" y="258645"/>
            <a:ext cx="11572930" cy="46657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3" name="表プレースホルダー 2">
            <a:extLst>
              <a:ext uri="{FF2B5EF4-FFF2-40B4-BE49-F238E27FC236}">
                <a16:creationId xmlns:a16="http://schemas.microsoft.com/office/drawing/2014/main" id="{26A96305-30DD-E140-B5FD-DA7BD048EDA3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283779" y="1008335"/>
            <a:ext cx="11571890" cy="5119195"/>
          </a:xfrm>
        </p:spPr>
        <p:txBody>
          <a:bodyPr>
            <a:normAutofit/>
          </a:bodyPr>
          <a:lstStyle>
            <a:lvl1pPr marL="0" indent="0" algn="ctr">
              <a:buNone/>
              <a:defRPr sz="6000" b="0"/>
            </a:lvl1pPr>
          </a:lstStyle>
          <a:p>
            <a:r>
              <a:rPr kumimoji="1" lang="ja-JP" altLang="en-US"/>
              <a:t>表を追加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C42771B-98B0-44A4-89AE-6B6D80132993}"/>
              </a:ext>
            </a:extLst>
          </p:cNvPr>
          <p:cNvSpPr/>
          <p:nvPr userDrawn="1"/>
        </p:nvSpPr>
        <p:spPr>
          <a:xfrm>
            <a:off x="0" y="6426926"/>
            <a:ext cx="12192000" cy="431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スライド番号プレースホルダー 6">
            <a:extLst>
              <a:ext uri="{FF2B5EF4-FFF2-40B4-BE49-F238E27FC236}">
                <a16:creationId xmlns:a16="http://schemas.microsoft.com/office/drawing/2014/main" id="{7CE17958-9473-4DDB-8662-B5DECADA8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2658" y="6037070"/>
            <a:ext cx="1164238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C8F67FE-2B9A-CC4E-A2F4-02E44906EFC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E544B016-F139-4C13-A977-04EE913965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00" y="6538169"/>
            <a:ext cx="903208" cy="208588"/>
          </a:xfrm>
          <a:prstGeom prst="rect">
            <a:avLst/>
          </a:prstGeom>
        </p:spPr>
      </p:pic>
      <p:pic>
        <p:nvPicPr>
          <p:cNvPr id="16" name="グラフィックス 15">
            <a:extLst>
              <a:ext uri="{FF2B5EF4-FFF2-40B4-BE49-F238E27FC236}">
                <a16:creationId xmlns:a16="http://schemas.microsoft.com/office/drawing/2014/main" id="{8BDF0F34-A680-43D0-88F3-09591BEA40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658" y="6515345"/>
            <a:ext cx="1157355" cy="25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656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５_下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図プレースホルダー 2">
            <a:extLst>
              <a:ext uri="{FF2B5EF4-FFF2-40B4-BE49-F238E27FC236}">
                <a16:creationId xmlns:a16="http://schemas.microsoft.com/office/drawing/2014/main" id="{0AB56CFB-B6E8-C346-99AB-A5373EAE923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283779" y="1008994"/>
            <a:ext cx="11582399" cy="4803228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画像</a:t>
            </a:r>
          </a:p>
        </p:txBody>
      </p:sp>
      <p:sp>
        <p:nvSpPr>
          <p:cNvPr id="15" name="テキスト プレースホルダー 3">
            <a:extLst>
              <a:ext uri="{FF2B5EF4-FFF2-40B4-BE49-F238E27FC236}">
                <a16:creationId xmlns:a16="http://schemas.microsoft.com/office/drawing/2014/main" id="{E0A7B939-AC1C-8E45-9002-A4316C1BF4E7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282739" y="258645"/>
            <a:ext cx="11572930" cy="46657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ja-JP" altLang="en-US"/>
              <a:t>ページタイトル</a:t>
            </a:r>
          </a:p>
        </p:txBody>
      </p:sp>
      <p:sp>
        <p:nvSpPr>
          <p:cNvPr id="16" name="テキスト プレースホルダー 3">
            <a:extLst>
              <a:ext uri="{FF2B5EF4-FFF2-40B4-BE49-F238E27FC236}">
                <a16:creationId xmlns:a16="http://schemas.microsoft.com/office/drawing/2014/main" id="{C1C5C69D-4C13-2140-B8D0-E80CC2210BBA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273269" y="5927833"/>
            <a:ext cx="11592910" cy="43010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>
              <a:lnSpc>
                <a:spcPct val="100000"/>
              </a:lnSpc>
              <a:buNone/>
              <a:defRPr sz="2000"/>
            </a:lvl2pPr>
            <a:lvl3pPr marL="914400" indent="0">
              <a:lnSpc>
                <a:spcPct val="100000"/>
              </a:lnSpc>
              <a:buNone/>
              <a:defRPr sz="18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4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FC53C2D-A321-4393-B547-503D56522D99}"/>
              </a:ext>
            </a:extLst>
          </p:cNvPr>
          <p:cNvSpPr/>
          <p:nvPr userDrawn="1"/>
        </p:nvSpPr>
        <p:spPr>
          <a:xfrm>
            <a:off x="0" y="6426926"/>
            <a:ext cx="12192000" cy="4310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スライド番号プレースホルダー 6">
            <a:extLst>
              <a:ext uri="{FF2B5EF4-FFF2-40B4-BE49-F238E27FC236}">
                <a16:creationId xmlns:a16="http://schemas.microsoft.com/office/drawing/2014/main" id="{185B6E0A-9F1B-4516-B26E-DB1D8F521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2658" y="6037070"/>
            <a:ext cx="1164238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C8F67FE-2B9A-CC4E-A2F4-02E44906EFC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B10E7E1A-0C1D-4DC3-A33E-C743345F0A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00" y="6538169"/>
            <a:ext cx="903208" cy="208588"/>
          </a:xfrm>
          <a:prstGeom prst="rect">
            <a:avLst/>
          </a:prstGeom>
        </p:spPr>
      </p:pic>
      <p:pic>
        <p:nvPicPr>
          <p:cNvPr id="19" name="グラフィックス 18">
            <a:extLst>
              <a:ext uri="{FF2B5EF4-FFF2-40B4-BE49-F238E27FC236}">
                <a16:creationId xmlns:a16="http://schemas.microsoft.com/office/drawing/2014/main" id="{989EB7B4-BB74-41D2-8EAD-F3972158CA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2658" y="6515345"/>
            <a:ext cx="1157355" cy="25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135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of Fi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2141715-FF6E-D64C-9F9F-5C7B72FC27D8}"/>
              </a:ext>
            </a:extLst>
          </p:cNvPr>
          <p:cNvSpPr txBox="1"/>
          <p:nvPr userDrawn="1"/>
        </p:nvSpPr>
        <p:spPr>
          <a:xfrm>
            <a:off x="2676699" y="6163732"/>
            <a:ext cx="6849686" cy="54003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>
              <a:lnSpc>
                <a:spcPct val="140000"/>
              </a:lnSpc>
            </a:pPr>
            <a:r>
              <a:rPr kumimoji="1" lang="en-US" altLang="ja-JP" sz="1000" b="0" i="0">
                <a:solidFill>
                  <a:schemeClr val="bg1"/>
                </a:solidFill>
                <a:latin typeface="源真ゴシック Regular" panose="020B0302020203020207" pitchFamily="50" charset="-128"/>
                <a:ea typeface="源真ゴシック Regular" panose="020B0302020203020207" pitchFamily="50" charset="-128"/>
                <a:cs typeface="源真ゴシック Regular" panose="020B0302020203020207" pitchFamily="50" charset="-128"/>
              </a:rPr>
              <a:t>This document and the information contained is the property of VAIO Corporation.</a:t>
            </a:r>
            <a:br>
              <a:rPr kumimoji="1" lang="en-US" altLang="ja-JP" sz="1000" b="0" i="0">
                <a:solidFill>
                  <a:schemeClr val="bg1"/>
                </a:solidFill>
                <a:latin typeface="源真ゴシック Regular" panose="020B0302020203020207" pitchFamily="50" charset="-128"/>
                <a:ea typeface="源真ゴシック Regular" panose="020B0302020203020207" pitchFamily="50" charset="-128"/>
                <a:cs typeface="源真ゴシック Regular" panose="020B0302020203020207" pitchFamily="50" charset="-128"/>
              </a:rPr>
            </a:br>
            <a:r>
              <a:rPr kumimoji="1" lang="en-US" altLang="ja-JP" sz="1000" b="0" i="0">
                <a:solidFill>
                  <a:schemeClr val="bg1"/>
                </a:solidFill>
                <a:latin typeface="源真ゴシック Regular" panose="020B0302020203020207" pitchFamily="50" charset="-128"/>
                <a:ea typeface="源真ゴシック Regular" panose="020B0302020203020207" pitchFamily="50" charset="-128"/>
                <a:cs typeface="源真ゴシック Regular" panose="020B0302020203020207" pitchFamily="50" charset="-128"/>
              </a:rPr>
              <a:t>Any reproduction, disclosure, or use thereof is prohibited except as authorized in writing by VAIO Corporation.</a:t>
            </a:r>
            <a:endParaRPr kumimoji="1" lang="ja-JP" altLang="en-US" sz="1000" b="0" i="0">
              <a:solidFill>
                <a:schemeClr val="bg1"/>
              </a:solidFill>
              <a:latin typeface="源真ゴシック Regular" panose="020B0302020203020207" pitchFamily="50" charset="-128"/>
              <a:ea typeface="源真ゴシック Regular" panose="020B0302020203020207" pitchFamily="50" charset="-128"/>
              <a:cs typeface="源真ゴシック Regular" panose="020B0302020203020207" pitchFamily="50" charset="-128"/>
            </a:endParaRPr>
          </a:p>
        </p:txBody>
      </p:sp>
      <p:sp>
        <p:nvSpPr>
          <p:cNvPr id="13" name="フッター プレースホルダー 5">
            <a:extLst>
              <a:ext uri="{FF2B5EF4-FFF2-40B4-BE49-F238E27FC236}">
                <a16:creationId xmlns:a16="http://schemas.microsoft.com/office/drawing/2014/main" id="{B4F1620A-AB7B-9B4A-9264-CC928673B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8438" y="5815390"/>
            <a:ext cx="4114800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 b="1" i="0">
                <a:solidFill>
                  <a:schemeClr val="bg1"/>
                </a:solidFill>
                <a:latin typeface="源真ゴシック Bold" panose="020B0602020203020207" pitchFamily="50" charset="-128"/>
                <a:ea typeface="源真ゴシック Bold" panose="020B0602020203020207" pitchFamily="50" charset="-128"/>
                <a:cs typeface="源真ゴシック Bold" panose="020B0602020203020207" pitchFamily="50" charset="-128"/>
              </a:defRPr>
            </a:lvl1pPr>
          </a:lstStyle>
          <a:p>
            <a:r>
              <a:rPr lang="en" altLang="ja-JP"/>
              <a:t>© 2020 VAIO Corporation</a:t>
            </a:r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C65F2CD-523D-44F9-AF65-0C23373771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1354" y="3054257"/>
            <a:ext cx="2389292" cy="55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513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691A151-6F2D-C743-BC31-4CD1B35A9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21" y="315311"/>
            <a:ext cx="11603420" cy="10720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9B2D3A-9151-5F4B-8BF3-24886AEF8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821" y="1587062"/>
            <a:ext cx="11603420" cy="4589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ja-JP" altLang="en-US"/>
              <a:t>マスター テキストの書式設定</a:t>
            </a:r>
            <a:endParaRPr kumimoji="1" lang="en-US" altLang="ja-JP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スライド番号プレースホルダー 6">
            <a:extLst>
              <a:ext uri="{FF2B5EF4-FFF2-40B4-BE49-F238E27FC236}">
                <a16:creationId xmlns:a16="http://schemas.microsoft.com/office/drawing/2014/main" id="{4230315F-6E83-4294-B0B7-27750EB25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3696" y="649287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latin typeface="源真ゴシック Regular" panose="020B0302020203020207" pitchFamily="50" charset="-128"/>
                <a:ea typeface="源真ゴシック Regular" panose="020B0302020203020207" pitchFamily="50" charset="-128"/>
                <a:cs typeface="源真ゴシック Regular" panose="020B0302020203020207" pitchFamily="50" charset="-128"/>
              </a:defRPr>
            </a:lvl1pPr>
          </a:lstStyle>
          <a:p>
            <a:fld id="{6C8F67FE-2B9A-CC4E-A2F4-02E44906EFC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99633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90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i="0" kern="1200">
          <a:solidFill>
            <a:schemeClr val="tx1"/>
          </a:solidFill>
          <a:latin typeface="源真ゴシック Bold" panose="020B0602020203020207" pitchFamily="50" charset="-128"/>
          <a:ea typeface="源真ゴシック Bold" panose="020B0602020203020207" pitchFamily="50" charset="-128"/>
          <a:cs typeface="源真ゴシック Bold" panose="020B0602020203020207" pitchFamily="50" charset="-128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kumimoji="1" sz="2400" b="1" i="0" kern="1200">
          <a:solidFill>
            <a:schemeClr val="tx1"/>
          </a:solidFill>
          <a:latin typeface="源真ゴシック Bold" panose="020B0602020203020207" pitchFamily="50" charset="-128"/>
          <a:ea typeface="源真ゴシック Bold" panose="020B0602020203020207" pitchFamily="50" charset="-128"/>
          <a:cs typeface="源真ゴシック Bold" panose="020B0602020203020207" pitchFamily="50" charset="-128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400" b="0" i="0" kern="1200">
          <a:solidFill>
            <a:schemeClr val="tx1"/>
          </a:solidFill>
          <a:latin typeface="源真ゴシック Regular" panose="020B0302020203020207" pitchFamily="50" charset="-128"/>
          <a:ea typeface="源真ゴシック Regular" panose="020B0302020203020207" pitchFamily="50" charset="-128"/>
          <a:cs typeface="源真ゴシック Regular" panose="020B0302020203020207" pitchFamily="50" charset="-128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2000" b="0" i="0" kern="1200">
          <a:solidFill>
            <a:schemeClr val="tx1"/>
          </a:solidFill>
          <a:latin typeface="源真ゴシック Regular" panose="020B0302020203020207" pitchFamily="50" charset="-128"/>
          <a:ea typeface="源真ゴシック Regular" panose="020B0302020203020207" pitchFamily="50" charset="-128"/>
          <a:cs typeface="源真ゴシック Regular" panose="020B0302020203020207" pitchFamily="50" charset="-128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600" b="0" i="0" kern="1200">
          <a:solidFill>
            <a:schemeClr val="tx1"/>
          </a:solidFill>
          <a:latin typeface="源真ゴシック Regular" panose="020B0302020203020207" pitchFamily="50" charset="-128"/>
          <a:ea typeface="源真ゴシック Regular" panose="020B0302020203020207" pitchFamily="50" charset="-128"/>
          <a:cs typeface="源真ゴシック Regular" panose="020B0302020203020207" pitchFamily="50" charset="-128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kumimoji="1" sz="1200" b="0" i="0" kern="1200">
          <a:solidFill>
            <a:schemeClr val="tx1"/>
          </a:solidFill>
          <a:latin typeface="源真ゴシック Regular" panose="020B0302020203020207" pitchFamily="50" charset="-128"/>
          <a:ea typeface="源真ゴシック Regular" panose="020B0302020203020207" pitchFamily="50" charset="-128"/>
          <a:cs typeface="源真ゴシック Regular" panose="020B0302020203020207" pitchFamily="50" charset="-12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9E491-F6A8-1C48-3378-2041A3A6A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FAFAD5-4958-A70B-6C5B-DC3446428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14" y="58852"/>
            <a:ext cx="11529848" cy="1072055"/>
          </a:xfrm>
        </p:spPr>
        <p:txBody>
          <a:bodyPr/>
          <a:lstStyle/>
          <a:p>
            <a:r>
              <a:rPr kumimoji="1" lang="ja-JP" altLang="en-US" dirty="0"/>
              <a:t>設備詳細（</a:t>
            </a:r>
            <a:r>
              <a:rPr kumimoji="1" lang="en-US" altLang="ja-JP" dirty="0"/>
              <a:t>Reborn</a:t>
            </a:r>
            <a:r>
              <a:rPr kumimoji="1" lang="ja-JP" altLang="en-US" dirty="0"/>
              <a:t>向け）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223A46E-7BC5-A2BB-7B4B-D22B710FDC65}"/>
              </a:ext>
            </a:extLst>
          </p:cNvPr>
          <p:cNvSpPr txBox="1"/>
          <p:nvPr/>
        </p:nvSpPr>
        <p:spPr>
          <a:xfrm>
            <a:off x="5368456" y="871504"/>
            <a:ext cx="2035709" cy="38711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pPr algn="ctr"/>
            <a:r>
              <a:rPr lang="ja-JP" altLang="en-US" sz="1600" b="1" dirty="0">
                <a:latin typeface="+mn-ea"/>
              </a:rPr>
              <a:t>総額 ：</a:t>
            </a:r>
            <a:r>
              <a:rPr lang="en-US" altLang="ja-JP" sz="1600" b="1" dirty="0">
                <a:latin typeface="+mn-ea"/>
              </a:rPr>
              <a:t>985,000</a:t>
            </a:r>
            <a:r>
              <a:rPr lang="ja-JP" altLang="en-US" sz="1600" b="1" dirty="0">
                <a:latin typeface="+mn-ea"/>
              </a:rPr>
              <a:t>円</a:t>
            </a:r>
            <a:endParaRPr kumimoji="1" lang="ja-JP" altLang="en-US" sz="1600" b="1" dirty="0">
              <a:latin typeface="+mn-ea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1E8156C-4623-BFEE-2F60-DBB952D7727E}"/>
              </a:ext>
            </a:extLst>
          </p:cNvPr>
          <p:cNvSpPr txBox="1"/>
          <p:nvPr/>
        </p:nvSpPr>
        <p:spPr>
          <a:xfrm>
            <a:off x="211421" y="6106038"/>
            <a:ext cx="914400" cy="27532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fontScale="85000" lnSpcReduction="20000"/>
          </a:bodyPr>
          <a:lstStyle/>
          <a:p>
            <a:pPr algn="ctr"/>
            <a:r>
              <a:rPr kumimoji="1" lang="ja-JP" altLang="en-US" sz="1600" dirty="0">
                <a:latin typeface="+mn-ea"/>
              </a:rPr>
              <a:t>装置イメージ</a:t>
            </a:r>
          </a:p>
        </p:txBody>
      </p:sp>
      <p:pic>
        <p:nvPicPr>
          <p:cNvPr id="5" name="図 4" descr="屋内, テーブル, コンピュータ, 座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C5CE416-F758-8759-9F01-010E8414758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621" y="1386337"/>
            <a:ext cx="3381318" cy="4719701"/>
          </a:xfrm>
          <a:prstGeom prst="rect">
            <a:avLst/>
          </a:prstGeom>
        </p:spPr>
      </p:pic>
      <p:sp>
        <p:nvSpPr>
          <p:cNvPr id="8" name="吹き出し: 2 つ折線 7">
            <a:extLst>
              <a:ext uri="{FF2B5EF4-FFF2-40B4-BE49-F238E27FC236}">
                <a16:creationId xmlns:a16="http://schemas.microsoft.com/office/drawing/2014/main" id="{1151C4C6-D247-6F4F-E13A-FACA63F75797}"/>
              </a:ext>
            </a:extLst>
          </p:cNvPr>
          <p:cNvSpPr/>
          <p:nvPr/>
        </p:nvSpPr>
        <p:spPr>
          <a:xfrm>
            <a:off x="5197383" y="3763687"/>
            <a:ext cx="3527516" cy="757646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2299"/>
              <a:gd name="adj6" fmla="val -35315"/>
              <a:gd name="adj7" fmla="val -123567"/>
              <a:gd name="adj8" fmla="val -52256"/>
            </a:avLst>
          </a:prstGeom>
          <a:solidFill>
            <a:schemeClr val="accent1">
              <a:alpha val="99000"/>
            </a:schemeClr>
          </a:solidFill>
          <a:ln>
            <a:solidFill>
              <a:schemeClr val="tx1"/>
            </a:solidFill>
          </a:ln>
          <a:effectLst>
            <a:glow rad="63500">
              <a:schemeClr val="bg1"/>
            </a:glow>
            <a:outerShdw dist="254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BOX</a:t>
            </a:r>
            <a:r>
              <a:rPr kumimoji="1" lang="ja-JP" altLang="en-US" dirty="0"/>
              <a:t>内にカメラ</a:t>
            </a:r>
            <a:r>
              <a:rPr kumimoji="1" lang="en-US" altLang="ja-JP" dirty="0"/>
              <a:t>6pcs</a:t>
            </a:r>
            <a:r>
              <a:rPr kumimoji="1" lang="ja-JP" altLang="en-US" dirty="0"/>
              <a:t>配置し</a:t>
            </a:r>
            <a:endParaRPr lang="en-US" altLang="ja-JP" dirty="0"/>
          </a:p>
          <a:p>
            <a:pPr algn="ctr"/>
            <a:r>
              <a:rPr kumimoji="1" lang="ja-JP" altLang="en-US" dirty="0"/>
              <a:t>セット</a:t>
            </a:r>
            <a:r>
              <a:rPr kumimoji="1" lang="en-US" altLang="ja-JP" dirty="0"/>
              <a:t>6</a:t>
            </a:r>
            <a:r>
              <a:rPr kumimoji="1" lang="ja-JP" altLang="en-US" dirty="0"/>
              <a:t>面の写真を同時撮影</a:t>
            </a:r>
          </a:p>
        </p:txBody>
      </p:sp>
      <p:sp>
        <p:nvSpPr>
          <p:cNvPr id="9" name="吹き出し: 2 つ折線 8">
            <a:extLst>
              <a:ext uri="{FF2B5EF4-FFF2-40B4-BE49-F238E27FC236}">
                <a16:creationId xmlns:a16="http://schemas.microsoft.com/office/drawing/2014/main" id="{8EC64B6E-664B-0826-7E12-943A036C07E5}"/>
              </a:ext>
            </a:extLst>
          </p:cNvPr>
          <p:cNvSpPr/>
          <p:nvPr/>
        </p:nvSpPr>
        <p:spPr>
          <a:xfrm>
            <a:off x="5197383" y="5099970"/>
            <a:ext cx="3822791" cy="757646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-2299"/>
              <a:gd name="adj6" fmla="val -35315"/>
              <a:gd name="adj7" fmla="val -95909"/>
              <a:gd name="adj8" fmla="val -62517"/>
            </a:avLst>
          </a:prstGeom>
          <a:solidFill>
            <a:schemeClr val="accent1">
              <a:alpha val="99000"/>
            </a:schemeClr>
          </a:solidFill>
          <a:ln>
            <a:solidFill>
              <a:schemeClr val="tx1"/>
            </a:solidFill>
          </a:ln>
          <a:effectLst>
            <a:glow rad="63500">
              <a:schemeClr val="bg1"/>
            </a:glow>
            <a:outerShdw dist="254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扉連動スライド受け治具により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BOX</a:t>
            </a:r>
            <a:r>
              <a:rPr kumimoji="1" lang="ja-JP" altLang="en-US" dirty="0"/>
              <a:t>内にセットを入れる作業性</a:t>
            </a:r>
            <a:r>
              <a:rPr kumimoji="1" lang="en-US" altLang="ja-JP" dirty="0"/>
              <a:t>Up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D35551E-B999-ABFB-724D-B5C69E666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497" y="1312836"/>
            <a:ext cx="4989982" cy="1634894"/>
          </a:xfrm>
          <a:prstGeom prst="rect">
            <a:avLst/>
          </a:prstGeom>
        </p:spPr>
      </p:pic>
      <p:sp>
        <p:nvSpPr>
          <p:cNvPr id="4" name="吹き出し: 2 つ折線 3">
            <a:extLst>
              <a:ext uri="{FF2B5EF4-FFF2-40B4-BE49-F238E27FC236}">
                <a16:creationId xmlns:a16="http://schemas.microsoft.com/office/drawing/2014/main" id="{604F5686-D1FF-65D8-CDD0-0681CA8203D3}"/>
              </a:ext>
            </a:extLst>
          </p:cNvPr>
          <p:cNvSpPr/>
          <p:nvPr/>
        </p:nvSpPr>
        <p:spPr>
          <a:xfrm>
            <a:off x="7108778" y="3080646"/>
            <a:ext cx="4799952" cy="537826"/>
          </a:xfrm>
          <a:prstGeom prst="borderCallout3">
            <a:avLst>
              <a:gd name="adj1" fmla="val 18750"/>
              <a:gd name="adj2" fmla="val -1917"/>
              <a:gd name="adj3" fmla="val 15383"/>
              <a:gd name="adj4" fmla="val -12304"/>
              <a:gd name="adj5" fmla="val 1054"/>
              <a:gd name="adj6" fmla="val -9993"/>
              <a:gd name="adj7" fmla="val -31947"/>
              <a:gd name="adj8" fmla="val 13253"/>
            </a:avLst>
          </a:prstGeom>
          <a:solidFill>
            <a:schemeClr val="accent1">
              <a:alpha val="99000"/>
            </a:schemeClr>
          </a:solidFill>
          <a:ln>
            <a:solidFill>
              <a:schemeClr val="tx1"/>
            </a:solidFill>
          </a:ln>
          <a:effectLst>
            <a:glow rad="63500">
              <a:schemeClr val="bg1"/>
            </a:glow>
            <a:outerShdw dist="254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Terra</a:t>
            </a:r>
            <a:r>
              <a:rPr kumimoji="1" lang="ja-JP" altLang="en-US" sz="1400" dirty="0"/>
              <a:t>からサーマルカメラ、防音材などの金額をマイナス＋</a:t>
            </a:r>
            <a:r>
              <a:rPr kumimoji="1" lang="en-US" altLang="ja-JP" sz="1400" dirty="0"/>
              <a:t>10</a:t>
            </a:r>
            <a:r>
              <a:rPr kumimoji="1" lang="ja-JP" altLang="en-US" sz="1400" dirty="0"/>
              <a:t>％の金額</a:t>
            </a:r>
            <a:endParaRPr kumimoji="1"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290944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655F5-08DB-7E28-55FF-662F160BC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5D4848-4336-96BF-8B0E-7ABFD3DD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14" y="58852"/>
            <a:ext cx="11529848" cy="1072055"/>
          </a:xfrm>
        </p:spPr>
        <p:txBody>
          <a:bodyPr/>
          <a:lstStyle/>
          <a:p>
            <a:r>
              <a:rPr kumimoji="1" lang="ja-JP" altLang="en-US" dirty="0"/>
              <a:t>設備詳細（現状の</a:t>
            </a:r>
            <a:r>
              <a:rPr kumimoji="1" lang="en-US" altLang="ja-JP" dirty="0"/>
              <a:t>Terra</a:t>
            </a:r>
            <a:r>
              <a:rPr kumimoji="1" lang="ja-JP" altLang="en-US" dirty="0"/>
              <a:t>の仕様）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8CD201A-2CA6-7D52-40AE-C80DECD07B9F}"/>
              </a:ext>
            </a:extLst>
          </p:cNvPr>
          <p:cNvSpPr txBox="1"/>
          <p:nvPr/>
        </p:nvSpPr>
        <p:spPr>
          <a:xfrm>
            <a:off x="211421" y="6106038"/>
            <a:ext cx="914400" cy="27532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 fontScale="85000" lnSpcReduction="20000"/>
          </a:bodyPr>
          <a:lstStyle/>
          <a:p>
            <a:pPr algn="ctr"/>
            <a:r>
              <a:rPr kumimoji="1" lang="ja-JP" altLang="en-US" sz="1600" dirty="0">
                <a:latin typeface="+mn-ea"/>
              </a:rPr>
              <a:t>装置イメージ</a:t>
            </a:r>
          </a:p>
        </p:txBody>
      </p:sp>
      <p:pic>
        <p:nvPicPr>
          <p:cNvPr id="5" name="図 4" descr="屋内, テーブル, コンピュータ, 座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A9BB758-D80E-03F5-ECA0-74ABF92AA91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621" y="1386337"/>
            <a:ext cx="3381318" cy="4719701"/>
          </a:xfrm>
          <a:prstGeom prst="rect">
            <a:avLst/>
          </a:prstGeom>
        </p:spPr>
      </p:pic>
      <p:sp>
        <p:nvSpPr>
          <p:cNvPr id="8" name="吹き出し: 2 つ折線 7">
            <a:extLst>
              <a:ext uri="{FF2B5EF4-FFF2-40B4-BE49-F238E27FC236}">
                <a16:creationId xmlns:a16="http://schemas.microsoft.com/office/drawing/2014/main" id="{9CCC1052-2190-0AE1-018B-24956821B65B}"/>
              </a:ext>
            </a:extLst>
          </p:cNvPr>
          <p:cNvSpPr/>
          <p:nvPr/>
        </p:nvSpPr>
        <p:spPr>
          <a:xfrm>
            <a:off x="5156200" y="1130907"/>
            <a:ext cx="6367179" cy="1870526"/>
          </a:xfrm>
          <a:prstGeom prst="borderCallout3">
            <a:avLst>
              <a:gd name="adj1" fmla="val 18750"/>
              <a:gd name="adj2" fmla="val -8333"/>
              <a:gd name="adj3" fmla="val 26219"/>
              <a:gd name="adj4" fmla="val -11880"/>
              <a:gd name="adj5" fmla="val 35496"/>
              <a:gd name="adj6" fmla="val -17630"/>
              <a:gd name="adj7" fmla="val 125097"/>
              <a:gd name="adj8" fmla="val -29650"/>
            </a:avLst>
          </a:prstGeom>
          <a:solidFill>
            <a:schemeClr val="accent1">
              <a:alpha val="99000"/>
            </a:schemeClr>
          </a:solidFill>
          <a:ln>
            <a:solidFill>
              <a:schemeClr val="tx1"/>
            </a:solidFill>
          </a:ln>
          <a:effectLst>
            <a:glow rad="63500">
              <a:schemeClr val="bg1"/>
            </a:glow>
            <a:outerShdw dist="254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400" dirty="0"/>
              <a:t>■カメラ</a:t>
            </a:r>
            <a:endParaRPr lang="en-US" altLang="ja-JP" sz="1400" dirty="0"/>
          </a:p>
        </p:txBody>
      </p:sp>
      <p:sp>
        <p:nvSpPr>
          <p:cNvPr id="9" name="吹き出し: 2 つ折線 8">
            <a:extLst>
              <a:ext uri="{FF2B5EF4-FFF2-40B4-BE49-F238E27FC236}">
                <a16:creationId xmlns:a16="http://schemas.microsoft.com/office/drawing/2014/main" id="{2A0D56D1-D25F-4B41-5EA6-3351F8F344E8}"/>
              </a:ext>
            </a:extLst>
          </p:cNvPr>
          <p:cNvSpPr/>
          <p:nvPr/>
        </p:nvSpPr>
        <p:spPr>
          <a:xfrm>
            <a:off x="5156200" y="3169045"/>
            <a:ext cx="3822791" cy="568988"/>
          </a:xfrm>
          <a:prstGeom prst="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55811"/>
              <a:gd name="adj6" fmla="val -29889"/>
              <a:gd name="adj7" fmla="val 87360"/>
              <a:gd name="adj8" fmla="val -47678"/>
            </a:avLst>
          </a:prstGeom>
          <a:solidFill>
            <a:schemeClr val="accent1">
              <a:alpha val="99000"/>
            </a:schemeClr>
          </a:solidFill>
          <a:ln>
            <a:solidFill>
              <a:schemeClr val="tx1"/>
            </a:solidFill>
          </a:ln>
          <a:effectLst>
            <a:glow rad="63500">
              <a:schemeClr val="bg1"/>
            </a:glow>
            <a:outerShdw dist="254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400" dirty="0"/>
              <a:t>■照明</a:t>
            </a:r>
            <a:endParaRPr lang="en-US" altLang="ja-JP" sz="1400" dirty="0"/>
          </a:p>
          <a:p>
            <a:r>
              <a:rPr kumimoji="1" lang="ja-JP" altLang="en-US" sz="1400" dirty="0"/>
              <a:t>・ミスミの安いバー照明</a:t>
            </a:r>
            <a:r>
              <a:rPr kumimoji="1" lang="en-US" altLang="ja-JP" sz="1400" dirty="0"/>
              <a:t>×4pcs</a:t>
            </a:r>
            <a:endParaRPr kumimoji="1" lang="ja-JP" altLang="en-US" sz="1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F0DBE13F-4031-60FB-C735-FEC8280E0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867" y="1717187"/>
            <a:ext cx="6019800" cy="971550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FE0F19A-9C62-6E98-DF2B-E94C861086D1}"/>
              </a:ext>
            </a:extLst>
          </p:cNvPr>
          <p:cNvSpPr txBox="1"/>
          <p:nvPr/>
        </p:nvSpPr>
        <p:spPr>
          <a:xfrm>
            <a:off x="5156200" y="3972686"/>
            <a:ext cx="5082870" cy="2059813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77500" lnSpcReduction="20000"/>
          </a:bodyPr>
          <a:lstStyle/>
          <a:p>
            <a:r>
              <a:rPr kumimoji="1" lang="ja-JP" altLang="en-US" sz="1600" b="1" dirty="0">
                <a:latin typeface="+mn-ea"/>
              </a:rPr>
              <a:t>■動作（現状の</a:t>
            </a:r>
            <a:r>
              <a:rPr kumimoji="1" lang="en-US" altLang="ja-JP" sz="1600" b="1" dirty="0">
                <a:latin typeface="+mn-ea"/>
              </a:rPr>
              <a:t>Terra</a:t>
            </a:r>
            <a:r>
              <a:rPr kumimoji="1" lang="ja-JP" altLang="en-US" sz="1600" b="1" dirty="0">
                <a:latin typeface="+mn-ea"/>
              </a:rPr>
              <a:t>）</a:t>
            </a:r>
            <a:endParaRPr kumimoji="1" lang="en-US" altLang="ja-JP" sz="1600" b="1" dirty="0">
              <a:latin typeface="+mn-ea"/>
            </a:endParaRPr>
          </a:p>
          <a:p>
            <a:r>
              <a:rPr lang="ja-JP" altLang="en-US" sz="1600" b="1" dirty="0">
                <a:latin typeface="+mn-ea"/>
              </a:rPr>
              <a:t>①セット置く（</a:t>
            </a:r>
            <a:r>
              <a:rPr lang="en-US" altLang="ja-JP" sz="1600" b="1" dirty="0">
                <a:latin typeface="+mn-ea"/>
              </a:rPr>
              <a:t>USB-C</a:t>
            </a:r>
            <a:r>
              <a:rPr lang="ja-JP" altLang="en-US" sz="1600" b="1" dirty="0">
                <a:latin typeface="+mn-ea"/>
              </a:rPr>
              <a:t>挿す）</a:t>
            </a:r>
            <a:endParaRPr lang="en-US" altLang="ja-JP" sz="1600" b="1" dirty="0">
              <a:latin typeface="+mn-ea"/>
            </a:endParaRPr>
          </a:p>
          <a:p>
            <a:r>
              <a:rPr kumimoji="1" lang="ja-JP" altLang="en-US" sz="1600" b="1" dirty="0">
                <a:latin typeface="+mn-ea"/>
              </a:rPr>
              <a:t>②ハンディーリーダーで</a:t>
            </a:r>
            <a:r>
              <a:rPr lang="ja-JP" altLang="en-US" sz="1600" b="1" dirty="0">
                <a:latin typeface="+mn-ea"/>
              </a:rPr>
              <a:t>画面に表示された</a:t>
            </a:r>
            <a:r>
              <a:rPr lang="en-US" altLang="ja-JP" sz="1600" b="1" dirty="0">
                <a:latin typeface="+mn-ea"/>
              </a:rPr>
              <a:t>2</a:t>
            </a:r>
            <a:r>
              <a:rPr lang="ja-JP" altLang="en-US" sz="1600" b="1" dirty="0">
                <a:latin typeface="+mn-ea"/>
              </a:rPr>
              <a:t>次元読む</a:t>
            </a:r>
            <a:endParaRPr lang="en-US" altLang="ja-JP" sz="1600" b="1" dirty="0">
              <a:latin typeface="+mn-ea"/>
            </a:endParaRPr>
          </a:p>
          <a:p>
            <a:r>
              <a:rPr kumimoji="1" lang="ja-JP" altLang="en-US" sz="1600" b="1" dirty="0">
                <a:latin typeface="+mn-ea"/>
              </a:rPr>
              <a:t>③スペース押す</a:t>
            </a:r>
            <a:endParaRPr kumimoji="1" lang="en-US" altLang="ja-JP" sz="1600" b="1" dirty="0">
              <a:latin typeface="+mn-ea"/>
            </a:endParaRPr>
          </a:p>
          <a:p>
            <a:r>
              <a:rPr lang="ja-JP" altLang="en-US" sz="1600" b="1" dirty="0">
                <a:latin typeface="+mn-ea"/>
              </a:rPr>
              <a:t>④扉閉じる</a:t>
            </a:r>
            <a:endParaRPr lang="en-US" altLang="ja-JP" sz="1600" b="1" dirty="0">
              <a:latin typeface="+mn-ea"/>
            </a:endParaRPr>
          </a:p>
          <a:p>
            <a:r>
              <a:rPr kumimoji="1" lang="ja-JP" altLang="en-US" sz="1600" b="1" dirty="0">
                <a:latin typeface="+mn-ea"/>
              </a:rPr>
              <a:t>⑤自動撮影</a:t>
            </a:r>
            <a:endParaRPr kumimoji="1" lang="en-US" altLang="ja-JP" sz="1600" b="1" dirty="0">
              <a:latin typeface="+mn-ea"/>
            </a:endParaRPr>
          </a:p>
          <a:p>
            <a:r>
              <a:rPr kumimoji="1" lang="ja-JP" altLang="en-US" sz="1600" b="1" dirty="0">
                <a:latin typeface="+mn-ea"/>
              </a:rPr>
              <a:t>　⑤</a:t>
            </a:r>
            <a:r>
              <a:rPr kumimoji="1" lang="en-US" altLang="ja-JP" sz="1600" b="1" dirty="0">
                <a:latin typeface="+mn-ea"/>
              </a:rPr>
              <a:t>-1</a:t>
            </a:r>
            <a:r>
              <a:rPr kumimoji="1" lang="ja-JP" altLang="en-US" sz="1600" b="1" dirty="0">
                <a:latin typeface="+mn-ea"/>
              </a:rPr>
              <a:t>　扉閉を検知して照明</a:t>
            </a:r>
            <a:r>
              <a:rPr kumimoji="1" lang="en-US" altLang="ja-JP" sz="1600" b="1" dirty="0">
                <a:latin typeface="+mn-ea"/>
              </a:rPr>
              <a:t>ON</a:t>
            </a:r>
          </a:p>
          <a:p>
            <a:r>
              <a:rPr kumimoji="1" lang="ja-JP" altLang="en-US" sz="1600" b="1" dirty="0">
                <a:latin typeface="+mn-ea"/>
              </a:rPr>
              <a:t>　⑤</a:t>
            </a:r>
            <a:r>
              <a:rPr kumimoji="1" lang="en-US" altLang="ja-JP" sz="1600" b="1" dirty="0">
                <a:latin typeface="+mn-ea"/>
              </a:rPr>
              <a:t>-2</a:t>
            </a:r>
            <a:r>
              <a:rPr kumimoji="1" lang="ja-JP" altLang="en-US" sz="1600" b="1" dirty="0">
                <a:latin typeface="+mn-ea"/>
              </a:rPr>
              <a:t>　</a:t>
            </a:r>
            <a:r>
              <a:rPr kumimoji="1" lang="en-US" altLang="ja-JP" sz="1600" b="1" dirty="0">
                <a:latin typeface="+mn-ea"/>
              </a:rPr>
              <a:t>PC</a:t>
            </a:r>
            <a:r>
              <a:rPr kumimoji="1" lang="ja-JP" altLang="en-US" sz="1600" b="1" dirty="0">
                <a:latin typeface="+mn-ea"/>
              </a:rPr>
              <a:t>へ閉じたを伝える</a:t>
            </a:r>
            <a:endParaRPr kumimoji="1" lang="en-US" altLang="ja-JP" sz="1600" b="1" dirty="0">
              <a:latin typeface="+mn-ea"/>
            </a:endParaRPr>
          </a:p>
          <a:p>
            <a:r>
              <a:rPr kumimoji="1" lang="ja-JP" altLang="en-US" sz="1600" b="1" dirty="0">
                <a:latin typeface="+mn-ea"/>
              </a:rPr>
              <a:t>　⑤</a:t>
            </a:r>
            <a:r>
              <a:rPr kumimoji="1" lang="en-US" altLang="ja-JP" sz="1600" b="1" dirty="0">
                <a:latin typeface="+mn-ea"/>
              </a:rPr>
              <a:t>-3</a:t>
            </a:r>
            <a:r>
              <a:rPr kumimoji="1" lang="ja-JP" altLang="en-US" sz="1600" b="1" dirty="0">
                <a:latin typeface="+mn-ea"/>
              </a:rPr>
              <a:t>　</a:t>
            </a:r>
            <a:r>
              <a:rPr kumimoji="1" lang="en-US" altLang="ja-JP" sz="1600" b="1" dirty="0">
                <a:latin typeface="+mn-ea"/>
              </a:rPr>
              <a:t>PC</a:t>
            </a:r>
            <a:r>
              <a:rPr kumimoji="1" lang="ja-JP" altLang="en-US" sz="1600" b="1" dirty="0">
                <a:latin typeface="+mn-ea"/>
              </a:rPr>
              <a:t>アプリで撮影開始</a:t>
            </a:r>
            <a:endParaRPr kumimoji="1" lang="en-US" altLang="ja-JP" sz="1600" b="1" dirty="0">
              <a:latin typeface="+mn-ea"/>
            </a:endParaRPr>
          </a:p>
          <a:p>
            <a:r>
              <a:rPr kumimoji="1" lang="ja-JP" altLang="en-US" sz="1600" b="1" dirty="0">
                <a:latin typeface="+mn-ea"/>
              </a:rPr>
              <a:t>　⑤</a:t>
            </a:r>
            <a:r>
              <a:rPr kumimoji="1" lang="en-US" altLang="ja-JP" sz="1600" b="1" dirty="0">
                <a:latin typeface="+mn-ea"/>
              </a:rPr>
              <a:t>-4</a:t>
            </a:r>
            <a:r>
              <a:rPr kumimoji="1" lang="ja-JP" altLang="en-US" sz="1600" b="1" dirty="0">
                <a:latin typeface="+mn-ea"/>
              </a:rPr>
              <a:t>　</a:t>
            </a:r>
            <a:r>
              <a:rPr kumimoji="1" lang="en-US" altLang="ja-JP" sz="1600" b="1" dirty="0">
                <a:latin typeface="+mn-ea"/>
              </a:rPr>
              <a:t>PC</a:t>
            </a:r>
            <a:r>
              <a:rPr kumimoji="1" lang="ja-JP" altLang="en-US" sz="1600" b="1" dirty="0">
                <a:latin typeface="+mn-ea"/>
              </a:rPr>
              <a:t>アプリで終了表示</a:t>
            </a:r>
            <a:endParaRPr kumimoji="1" lang="en-US" altLang="ja-JP" sz="1600" b="1" dirty="0">
              <a:latin typeface="+mn-ea"/>
            </a:endParaRPr>
          </a:p>
          <a:p>
            <a:r>
              <a:rPr lang="ja-JP" altLang="en-US" sz="1600" b="1" dirty="0">
                <a:latin typeface="+mn-ea"/>
              </a:rPr>
              <a:t>⑥撮影完了（画面表示）</a:t>
            </a:r>
            <a:endParaRPr lang="en-US" altLang="ja-JP" sz="1600" b="1" dirty="0">
              <a:latin typeface="+mn-ea"/>
            </a:endParaRPr>
          </a:p>
          <a:p>
            <a:r>
              <a:rPr kumimoji="1" lang="ja-JP" altLang="en-US" sz="1600" b="1" dirty="0">
                <a:latin typeface="+mn-ea"/>
              </a:rPr>
              <a:t>⑦扉開ける</a:t>
            </a:r>
            <a:endParaRPr kumimoji="1" lang="en-US" altLang="ja-JP" sz="1600" b="1" dirty="0">
              <a:latin typeface="+mn-ea"/>
            </a:endParaRPr>
          </a:p>
          <a:p>
            <a:r>
              <a:rPr lang="ja-JP" altLang="en-US" sz="1600" b="1" dirty="0">
                <a:latin typeface="+mn-ea"/>
              </a:rPr>
              <a:t>⑧セット取り出す（</a:t>
            </a:r>
            <a:r>
              <a:rPr lang="en-US" altLang="ja-JP" sz="1600" b="1" dirty="0">
                <a:latin typeface="+mn-ea"/>
              </a:rPr>
              <a:t>USB-C</a:t>
            </a:r>
            <a:r>
              <a:rPr lang="ja-JP" altLang="en-US" sz="1600" b="1" dirty="0">
                <a:latin typeface="+mn-ea"/>
              </a:rPr>
              <a:t>抜く）</a:t>
            </a:r>
            <a:endParaRPr kumimoji="1" lang="en-US" altLang="ja-JP" sz="1600" b="1" dirty="0">
              <a:latin typeface="+mn-ea"/>
            </a:endParaRPr>
          </a:p>
          <a:p>
            <a:endParaRPr kumimoji="1" lang="ja-JP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0749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E0B37-EDB7-5762-B94B-0B92031DA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8E66FF-A0A4-5556-4BD5-E75C31A52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14" y="58852"/>
            <a:ext cx="11529848" cy="1072055"/>
          </a:xfrm>
        </p:spPr>
        <p:txBody>
          <a:bodyPr/>
          <a:lstStyle/>
          <a:p>
            <a:r>
              <a:rPr lang="en-US" altLang="ja-JP" dirty="0"/>
              <a:t>Terra(14)</a:t>
            </a:r>
            <a:r>
              <a:rPr lang="ja-JP" altLang="en-US" dirty="0"/>
              <a:t>　撮影サンプル</a:t>
            </a:r>
            <a:endParaRPr kumimoji="1" lang="ja-JP" altLang="en-US" dirty="0"/>
          </a:p>
        </p:txBody>
      </p:sp>
      <p:pic>
        <p:nvPicPr>
          <p:cNvPr id="7" name="図 6" descr="コンピューターのスクリ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E31596E2-A36B-960F-A807-DDC9698779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632" y="3761699"/>
            <a:ext cx="2622339" cy="1966754"/>
          </a:xfrm>
          <a:prstGeom prst="rect">
            <a:avLst/>
          </a:prstGeom>
        </p:spPr>
      </p:pic>
      <p:pic>
        <p:nvPicPr>
          <p:cNvPr id="11" name="図 10" descr="コンピューターのモニター&#10;&#10;AI 生成コンテンツは誤りを含む可能性があります。">
            <a:extLst>
              <a:ext uri="{FF2B5EF4-FFF2-40B4-BE49-F238E27FC236}">
                <a16:creationId xmlns:a16="http://schemas.microsoft.com/office/drawing/2014/main" id="{21D7054A-060E-956D-2131-5BF8C8E3B0B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2956" y="1531904"/>
            <a:ext cx="2610310" cy="1966754"/>
          </a:xfrm>
          <a:prstGeom prst="rect">
            <a:avLst/>
          </a:prstGeom>
        </p:spPr>
      </p:pic>
      <p:pic>
        <p:nvPicPr>
          <p:cNvPr id="13" name="図 12" descr="ノートパソコン, コンピュータ, 座る, 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0C86A1A-EA3B-0E3B-1526-95675D253DB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633" y="1534529"/>
            <a:ext cx="2639203" cy="1966754"/>
          </a:xfrm>
          <a:prstGeom prst="rect">
            <a:avLst/>
          </a:prstGeom>
        </p:spPr>
      </p:pic>
      <p:pic>
        <p:nvPicPr>
          <p:cNvPr id="15" name="図 14" descr="屋内, テーブル, 金属, 小さい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F6AD8D8-02B2-32A2-9EA9-86BF1A7E05C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8075" y="1531904"/>
            <a:ext cx="3493882" cy="1966754"/>
          </a:xfrm>
          <a:prstGeom prst="rect">
            <a:avLst/>
          </a:prstGeom>
        </p:spPr>
      </p:pic>
      <p:pic>
        <p:nvPicPr>
          <p:cNvPr id="17" name="図 16" descr="屋内, ノートパソコン, コンピュータ, 座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D4755F3-ABB0-C269-B7EE-808A2B5DDC3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2956" y="3761699"/>
            <a:ext cx="2611180" cy="1966754"/>
          </a:xfrm>
          <a:prstGeom prst="rect">
            <a:avLst/>
          </a:prstGeom>
        </p:spPr>
      </p:pic>
      <p:pic>
        <p:nvPicPr>
          <p:cNvPr id="19" name="図 18" descr="屋内, 金属, テーブル, キッチ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95CD203-BC05-FF7B-B270-01A4B9BC0D2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8075" y="3761699"/>
            <a:ext cx="3552324" cy="199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333859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テーマ">
  <a:themeElements>
    <a:clrScheme name="VAIO">
      <a:dk1>
        <a:srgbClr val="000000"/>
      </a:dk1>
      <a:lt1>
        <a:srgbClr val="FFFFFF"/>
      </a:lt1>
      <a:dk2>
        <a:srgbClr val="0B113E"/>
      </a:dk2>
      <a:lt2>
        <a:srgbClr val="E7E6E6"/>
      </a:lt2>
      <a:accent1>
        <a:srgbClr val="3C4165"/>
      </a:accent1>
      <a:accent2>
        <a:srgbClr val="6E769B"/>
      </a:accent2>
      <a:accent3>
        <a:srgbClr val="000000"/>
      </a:accent3>
      <a:accent4>
        <a:srgbClr val="FF6E01"/>
      </a:accent4>
      <a:accent5>
        <a:srgbClr val="FB007F"/>
      </a:accent5>
      <a:accent6>
        <a:srgbClr val="0096FF"/>
      </a:accent6>
      <a:hlink>
        <a:srgbClr val="0563C1"/>
      </a:hlink>
      <a:folHlink>
        <a:srgbClr val="954F72"/>
      </a:folHlink>
    </a:clrScheme>
    <a:fontScheme name="ユーザー定義 3">
      <a:majorFont>
        <a:latin typeface="源真ゴシック Bold"/>
        <a:ea typeface="源真ゴシック Bold"/>
        <a:cs typeface=""/>
      </a:majorFont>
      <a:minorFont>
        <a:latin typeface="源真ゴシック Regular"/>
        <a:ea typeface="源真ゴシック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wrap="square" lIns="91440" tIns="45720" rIns="91440" bIns="45720" rtlCol="0" anchor="ctr">
        <a:normAutofit/>
      </a:bodyPr>
      <a:lstStyle>
        <a:defPPr algn="ctr">
          <a:defRPr kumimoji="1" sz="1600" b="1"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AIO_PPT_SLIDE_MASTER_Light  -  読み取り専用" id="{79906D4D-F264-4165-A6F7-310A44200302}" vid="{E5FA6BC4-2824-48C3-8BD9-A5CD937F8A1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28F9D404D2100A40B1BD60C71930074C" ma:contentTypeVersion="10" ma:contentTypeDescription="新しいドキュメントを作成します。" ma:contentTypeScope="" ma:versionID="92d355b514c18e74b05eebd278bd3b05">
  <xsd:schema xmlns:xsd="http://www.w3.org/2001/XMLSchema" xmlns:xs="http://www.w3.org/2001/XMLSchema" xmlns:p="http://schemas.microsoft.com/office/2006/metadata/properties" xmlns:ns2="01f39276-6204-44f8-a96a-4e2aecd4e9e7" xmlns:ns3="c72ecfc0-28a2-44e3-bd2f-2f25cf1643ea" targetNamespace="http://schemas.microsoft.com/office/2006/metadata/properties" ma:root="true" ma:fieldsID="516c37fd9082b43e27d92a0191646600" ns2:_="" ns3:_="">
    <xsd:import namespace="01f39276-6204-44f8-a96a-4e2aecd4e9e7"/>
    <xsd:import namespace="c72ecfc0-28a2-44e3-bd2f-2f25cf1643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f39276-6204-44f8-a96a-4e2aecd4e9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2ecfc0-28a2-44e3-bd2f-2f25cf1643e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CEDD99-E855-4687-BCE5-94B3F1096B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993599-7B4D-411D-8A10-29BB905CA80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BF7F704-7539-4541-ADC8-B02E7763D3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f39276-6204-44f8-a96a-4e2aecd4e9e7"/>
    <ds:schemaRef ds:uri="c72ecfc0-28a2-44e3-bd2f-2f25cf1643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3479</TotalTime>
  <Words>174</Words>
  <Application>Microsoft Office PowerPoint</Application>
  <PresentationFormat>ワイド画面</PresentationFormat>
  <Paragraphs>27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源真ゴシック Bold</vt:lpstr>
      <vt:lpstr>源真ゴシック Regular</vt:lpstr>
      <vt:lpstr>游ゴシック</vt:lpstr>
      <vt:lpstr>Arial</vt:lpstr>
      <vt:lpstr>5_Office テーマ</vt:lpstr>
      <vt:lpstr>設備詳細（Reborn向け）</vt:lpstr>
      <vt:lpstr>設備詳細（現状のTerraの仕様）</vt:lpstr>
      <vt:lpstr>Terra(14)　撮影サンプル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Kobayashi Hiroshi</dc:creator>
  <cp:lastModifiedBy>Omagari Daisuke</cp:lastModifiedBy>
  <cp:revision>91</cp:revision>
  <dcterms:created xsi:type="dcterms:W3CDTF">2017-09-15T05:42:42Z</dcterms:created>
  <dcterms:modified xsi:type="dcterms:W3CDTF">2026-01-26T02:41:04Z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0x01010028F9D404D2100A40B1BD60C71930074C</vt:lpwstr>
  </property>
</Properties>
</file>